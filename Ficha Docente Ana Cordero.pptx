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media/image1.png" ContentType="image/png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notesMasterIdLst>
    <p:notesMasterId r:id="rId11"/>
  </p:notesMasterIdLst>
  <p:sldIdLst>
    <p:sldId id="256" r:id="rId12"/>
    <p:sldId id="257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V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desplazar la diapositiva</a:t>
            </a:r>
            <a:endParaRPr b="0" lang="es-V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V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b="0" lang="es-V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dt" idx="4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ftr" idx="4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sldNum" idx="4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496EBD2-CBC7-44C3-9F90-AAF90AEE501E}" type="slidenum"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000" cy="308448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90289B-1280-4035-8DF8-C021526845DB}" type="slidenum">
              <a:rPr b="0" lang="es-V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V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V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3B2963-75C6-42D6-AA0E-A8058BF8C2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V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V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V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F83B3A-FCBE-4EFA-8020-9136533471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V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V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V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FB316F7-3CAD-4602-8C3D-F08EBB9AE7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V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V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V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3E32A01-5D33-44D8-B548-54DC6AEDEA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V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V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V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3502875-A5BB-4F08-A632-A6AD24010A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s-V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V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V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E7E244B-3817-4294-9BD4-8EC91683A7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s-V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V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V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1CEC556-0318-44EB-82E6-3BE246ADFD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s-V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V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V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662CF19-FA47-496C-AA0B-A387B53A9E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s-V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 4"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25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26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CF3452D-6F6A-40E6-B2C7-4D4FDB59934A}" type="slidenum">
              <a: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7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ftr" idx="28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sldNum" idx="29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B89384D-670E-4C37-A14F-5739F0B9C053}" type="slidenum">
              <a: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dt" idx="30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 6"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ftr" idx="31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sldNum" idx="32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F45EE5F-C344-467A-84DD-1A200CBB8C49}" type="slidenum">
              <a: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dt" idx="33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6"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ftr" idx="34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sldNum" idx="35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09C4E17-8AF1-4915-B726-7DDA2219F004}" type="slidenum">
              <a: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dt" idx="36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ftr" idx="37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sldNum" idx="38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CFA9F6F-8DAE-443E-8930-5FA17D43532F}" type="slidenum">
              <a: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dt" idx="39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6A4E419-235C-492E-A394-5DA4040A1CCE}" type="slidenum">
              <a: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4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233F4A3-B90A-468D-B398-8AB6D1C75C22}" type="slidenum">
              <a: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6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V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V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V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V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V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V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V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7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8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E6FF983-F56A-4DB5-80E2-2B816EA54A77}" type="slidenum">
              <a: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dt" idx="9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eaVert">
            <a:noAutofit/>
          </a:bodyPr>
          <a:p>
            <a:pPr indent="0">
              <a:buNone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0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1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B2BD2BC-429B-4E2C-B101-8DAB89431469}" type="slidenum">
              <a: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dt" idx="12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3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4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B968227-DBE5-49CD-8CC8-9A16C5374215}" type="slidenum">
              <a: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5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16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17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B41EF38-2E15-46E8-AFAD-ECF2A135170F}" type="slidenum">
              <a: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dt" idx="18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19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0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5019CDB-D607-4617-BC73-280211CBDBB2}" type="slidenum">
              <a: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1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08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5080" cy="434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V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2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3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8146997-8402-4D84-9883-A611A5DB68CE}" type="slidenum">
              <a:rPr b="0" lang="es-VE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b="0" lang="es-V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dt" idx="24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V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V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  <p:sldLayoutId id="2147483668" r:id="rId5"/>
    <p:sldLayoutId id="2147483669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Conector recto 8"/>
          <p:cNvCxnSpPr/>
          <p:nvPr/>
        </p:nvCxnSpPr>
        <p:spPr>
          <a:xfrm>
            <a:off x="4572000" y="636480"/>
            <a:ext cx="1800" cy="1735200"/>
          </a:xfrm>
          <a:prstGeom prst="straightConnector1">
            <a:avLst/>
          </a:prstGeom>
          <a:ln w="19080">
            <a:solidFill>
              <a:srgbClr val="808080"/>
            </a:solidFill>
            <a:prstDash val="dash"/>
            <a:round/>
          </a:ln>
        </p:spPr>
      </p:cxnSp>
      <p:cxnSp>
        <p:nvCxnSpPr>
          <p:cNvPr id="87" name="Conector recto 19"/>
          <p:cNvCxnSpPr/>
          <p:nvPr/>
        </p:nvCxnSpPr>
        <p:spPr>
          <a:xfrm>
            <a:off x="0" y="2369880"/>
            <a:ext cx="9181080" cy="1800"/>
          </a:xfrm>
          <a:prstGeom prst="straightConnector1">
            <a:avLst/>
          </a:prstGeom>
          <a:ln w="19080">
            <a:solidFill>
              <a:srgbClr val="808080"/>
            </a:solidFill>
            <a:prstDash val="dash"/>
            <a:round/>
          </a:ln>
        </p:spPr>
      </p:cxnSp>
      <p:sp>
        <p:nvSpPr>
          <p:cNvPr id="88" name="Rectángulo 22"/>
          <p:cNvSpPr/>
          <p:nvPr/>
        </p:nvSpPr>
        <p:spPr>
          <a:xfrm>
            <a:off x="92880" y="925920"/>
            <a:ext cx="524520" cy="581400"/>
          </a:xfrm>
          <a:prstGeom prst="rect">
            <a:avLst/>
          </a:prstGeom>
          <a:noFill/>
          <a:ln w="9360">
            <a:solidFill>
              <a:srgbClr val="9696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s-VE" sz="1100" strike="noStrike" u="none">
                <a:solidFill>
                  <a:schemeClr val="accent3"/>
                </a:solidFill>
                <a:effectLst/>
                <a:uFillTx/>
                <a:latin typeface="Aptos"/>
                <a:ea typeface="DejaVu Sans"/>
              </a:rPr>
              <a:t>Foto</a:t>
            </a:r>
            <a:endParaRPr b="0" lang="es-V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CuadroTexto 23"/>
          <p:cNvSpPr/>
          <p:nvPr/>
        </p:nvSpPr>
        <p:spPr>
          <a:xfrm>
            <a:off x="49680" y="636480"/>
            <a:ext cx="4482360" cy="242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s-VE" sz="1000" spc="51" strike="noStrike" u="none">
                <a:solidFill>
                  <a:schemeClr val="lt2"/>
                </a:solidFill>
                <a:effectLst/>
                <a:uFillTx/>
                <a:latin typeface="Arial Black"/>
                <a:ea typeface="DejaVu Sans"/>
              </a:rPr>
              <a:t>Datos Personales</a:t>
            </a:r>
            <a:endParaRPr b="0" lang="es-V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uadroTexto 24"/>
          <p:cNvSpPr/>
          <p:nvPr/>
        </p:nvSpPr>
        <p:spPr>
          <a:xfrm>
            <a:off x="714240" y="976320"/>
            <a:ext cx="1341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Nombres y Apellidos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uadroTexto 25"/>
          <p:cNvSpPr/>
          <p:nvPr/>
        </p:nvSpPr>
        <p:spPr>
          <a:xfrm>
            <a:off x="2095560" y="976320"/>
            <a:ext cx="2436480" cy="3330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Ana Celeste Cordero Herrera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uadroTexto 26"/>
          <p:cNvSpPr/>
          <p:nvPr/>
        </p:nvSpPr>
        <p:spPr>
          <a:xfrm>
            <a:off x="714240" y="1260720"/>
            <a:ext cx="738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N° Cédula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CuadroTexto 27"/>
          <p:cNvSpPr/>
          <p:nvPr/>
        </p:nvSpPr>
        <p:spPr>
          <a:xfrm>
            <a:off x="1454400" y="1260720"/>
            <a:ext cx="116100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14853914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uadroTexto 28"/>
          <p:cNvSpPr/>
          <p:nvPr/>
        </p:nvSpPr>
        <p:spPr>
          <a:xfrm>
            <a:off x="2617200" y="1260720"/>
            <a:ext cx="1213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Fecha Nacimiento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uadroTexto 29"/>
          <p:cNvSpPr/>
          <p:nvPr/>
        </p:nvSpPr>
        <p:spPr>
          <a:xfrm>
            <a:off x="3831840" y="1260720"/>
            <a:ext cx="70020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14/06/1980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CuadroTexto 30"/>
          <p:cNvSpPr/>
          <p:nvPr/>
        </p:nvSpPr>
        <p:spPr>
          <a:xfrm>
            <a:off x="28080" y="1534680"/>
            <a:ext cx="470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Edad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uadroTexto 31"/>
          <p:cNvSpPr/>
          <p:nvPr/>
        </p:nvSpPr>
        <p:spPr>
          <a:xfrm>
            <a:off x="500040" y="1534680"/>
            <a:ext cx="39816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45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uadroTexto 32"/>
          <p:cNvSpPr/>
          <p:nvPr/>
        </p:nvSpPr>
        <p:spPr>
          <a:xfrm>
            <a:off x="911880" y="1534680"/>
            <a:ext cx="851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Estado Civil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CuadroTexto 33"/>
          <p:cNvSpPr/>
          <p:nvPr/>
        </p:nvSpPr>
        <p:spPr>
          <a:xfrm>
            <a:off x="1765800" y="1531440"/>
            <a:ext cx="116100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Casada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uadroTexto 34"/>
          <p:cNvSpPr/>
          <p:nvPr/>
        </p:nvSpPr>
        <p:spPr>
          <a:xfrm>
            <a:off x="2928240" y="1536120"/>
            <a:ext cx="738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Teléfono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CuadroTexto 35"/>
          <p:cNvSpPr/>
          <p:nvPr/>
        </p:nvSpPr>
        <p:spPr>
          <a:xfrm>
            <a:off x="3668400" y="1531440"/>
            <a:ext cx="86364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0414-8773757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uadroTexto 36"/>
          <p:cNvSpPr/>
          <p:nvPr/>
        </p:nvSpPr>
        <p:spPr>
          <a:xfrm>
            <a:off x="28080" y="1815840"/>
            <a:ext cx="723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Dirección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uadroTexto 37"/>
          <p:cNvSpPr/>
          <p:nvPr/>
        </p:nvSpPr>
        <p:spPr>
          <a:xfrm>
            <a:off x="714240" y="1815840"/>
            <a:ext cx="3817800" cy="22716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900" strike="noStrike" u="none">
                <a:solidFill>
                  <a:schemeClr val="accent3"/>
                </a:solidFill>
                <a:effectLst/>
                <a:uFillTx/>
                <a:latin typeface="Arial"/>
                <a:ea typeface="Noto Sans"/>
              </a:rPr>
              <a:t>Centro Calle Nueva Casa 122 E</a:t>
            </a: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stado Monagas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CuadroTexto 38"/>
          <p:cNvSpPr/>
          <p:nvPr/>
        </p:nvSpPr>
        <p:spPr>
          <a:xfrm>
            <a:off x="38880" y="2100240"/>
            <a:ext cx="1807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Correo Electrónico Personal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CuadroTexto 39"/>
          <p:cNvSpPr/>
          <p:nvPr/>
        </p:nvSpPr>
        <p:spPr>
          <a:xfrm>
            <a:off x="1765800" y="2100240"/>
            <a:ext cx="277704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6" name="CuadroTexto 40"/>
          <p:cNvSpPr/>
          <p:nvPr/>
        </p:nvSpPr>
        <p:spPr>
          <a:xfrm>
            <a:off x="49680" y="2407680"/>
            <a:ext cx="9033120" cy="242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s-VE" sz="1000" spc="51" strike="noStrike" u="none">
                <a:solidFill>
                  <a:schemeClr val="lt2"/>
                </a:solidFill>
                <a:effectLst/>
                <a:uFillTx/>
                <a:latin typeface="Arial Black"/>
                <a:ea typeface="DejaVu Sans"/>
              </a:rPr>
              <a:t>Información Laboral</a:t>
            </a:r>
            <a:endParaRPr b="0" lang="es-V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CuadroTexto 41"/>
          <p:cNvSpPr/>
          <p:nvPr/>
        </p:nvSpPr>
        <p:spPr>
          <a:xfrm>
            <a:off x="5040" y="2788200"/>
            <a:ext cx="1213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Fecha de Empleo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CuadroTexto 42"/>
          <p:cNvSpPr/>
          <p:nvPr/>
        </p:nvSpPr>
        <p:spPr>
          <a:xfrm>
            <a:off x="1220040" y="2788200"/>
            <a:ext cx="70020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15/03/22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CuadroTexto 43"/>
          <p:cNvSpPr/>
          <p:nvPr/>
        </p:nvSpPr>
        <p:spPr>
          <a:xfrm>
            <a:off x="1928520" y="2788200"/>
            <a:ext cx="1213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Años de Servicios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uadroTexto 44"/>
          <p:cNvSpPr/>
          <p:nvPr/>
        </p:nvSpPr>
        <p:spPr>
          <a:xfrm>
            <a:off x="3150360" y="2785320"/>
            <a:ext cx="39816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3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CuadroTexto 45"/>
          <p:cNvSpPr/>
          <p:nvPr/>
        </p:nvSpPr>
        <p:spPr>
          <a:xfrm>
            <a:off x="3610080" y="2785320"/>
            <a:ext cx="5180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Grupo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CuadroTexto 46"/>
          <p:cNvSpPr/>
          <p:nvPr/>
        </p:nvSpPr>
        <p:spPr>
          <a:xfrm>
            <a:off x="4130280" y="2785320"/>
            <a:ext cx="39816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24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CuadroTexto 47"/>
          <p:cNvSpPr/>
          <p:nvPr/>
        </p:nvSpPr>
        <p:spPr>
          <a:xfrm>
            <a:off x="5040" y="3072240"/>
            <a:ext cx="70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Gerencia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uadroTexto 48"/>
          <p:cNvSpPr/>
          <p:nvPr/>
        </p:nvSpPr>
        <p:spPr>
          <a:xfrm>
            <a:off x="662040" y="3072240"/>
            <a:ext cx="387000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Recursos Humanos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uadroTexto 49"/>
          <p:cNvSpPr/>
          <p:nvPr/>
        </p:nvSpPr>
        <p:spPr>
          <a:xfrm>
            <a:off x="5040" y="3351600"/>
            <a:ext cx="14475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Organización/Proceso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uadroTexto 50"/>
          <p:cNvSpPr/>
          <p:nvPr/>
        </p:nvSpPr>
        <p:spPr>
          <a:xfrm>
            <a:off x="1454400" y="3351600"/>
            <a:ext cx="307764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Escuelas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CuadroTexto 51"/>
          <p:cNvSpPr/>
          <p:nvPr/>
        </p:nvSpPr>
        <p:spPr>
          <a:xfrm>
            <a:off x="0" y="3932280"/>
            <a:ext cx="4478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s-ES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Experiencia Laboral Externa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" name="Conector recto 52"/>
          <p:cNvCxnSpPr/>
          <p:nvPr/>
        </p:nvCxnSpPr>
        <p:spPr>
          <a:xfrm>
            <a:off x="595080" y="4146120"/>
            <a:ext cx="1800" cy="1539000"/>
          </a:xfrm>
          <a:prstGeom prst="straightConnector1">
            <a:avLst/>
          </a:prstGeom>
          <a:ln w="19080">
            <a:solidFill>
              <a:srgbClr val="808080"/>
            </a:solidFill>
            <a:prstDash val="dash"/>
            <a:round/>
          </a:ln>
        </p:spPr>
      </p:cxnSp>
      <p:cxnSp>
        <p:nvCxnSpPr>
          <p:cNvPr id="119" name="Conector recto 56"/>
          <p:cNvCxnSpPr/>
          <p:nvPr/>
        </p:nvCxnSpPr>
        <p:spPr>
          <a:xfrm>
            <a:off x="2528640" y="4146120"/>
            <a:ext cx="1800" cy="1539000"/>
          </a:xfrm>
          <a:prstGeom prst="straightConnector1">
            <a:avLst/>
          </a:prstGeom>
          <a:ln w="19080">
            <a:solidFill>
              <a:srgbClr val="808080"/>
            </a:solidFill>
            <a:prstDash val="dash"/>
            <a:round/>
          </a:ln>
        </p:spPr>
      </p:cxnSp>
      <p:cxnSp>
        <p:nvCxnSpPr>
          <p:cNvPr id="120" name="Conector recto 58"/>
          <p:cNvCxnSpPr/>
          <p:nvPr/>
        </p:nvCxnSpPr>
        <p:spPr>
          <a:xfrm>
            <a:off x="49320" y="4327920"/>
            <a:ext cx="4482360" cy="1800"/>
          </a:xfrm>
          <a:prstGeom prst="straightConnector1">
            <a:avLst/>
          </a:prstGeom>
          <a:ln w="19080">
            <a:solidFill>
              <a:srgbClr val="808080"/>
            </a:solidFill>
            <a:prstDash val="dash"/>
            <a:round/>
          </a:ln>
        </p:spPr>
      </p:cxnSp>
      <p:sp>
        <p:nvSpPr>
          <p:cNvPr id="121" name="CuadroTexto 60"/>
          <p:cNvSpPr/>
          <p:nvPr/>
        </p:nvSpPr>
        <p:spPr>
          <a:xfrm>
            <a:off x="38160" y="4385520"/>
            <a:ext cx="507600" cy="21096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2" name="CuadroTexto 72"/>
          <p:cNvSpPr/>
          <p:nvPr/>
        </p:nvSpPr>
        <p:spPr>
          <a:xfrm>
            <a:off x="652320" y="4386960"/>
            <a:ext cx="181512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”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CuadroTexto 78"/>
          <p:cNvSpPr/>
          <p:nvPr/>
        </p:nvSpPr>
        <p:spPr>
          <a:xfrm>
            <a:off x="2576520" y="4386960"/>
            <a:ext cx="1934280" cy="21096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4" name="CuadroTexto 2"/>
          <p:cNvSpPr/>
          <p:nvPr/>
        </p:nvSpPr>
        <p:spPr>
          <a:xfrm>
            <a:off x="3597840" y="337320"/>
            <a:ext cx="1946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s-VE" sz="12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Ficha Pedagógica </a:t>
            </a:r>
            <a:endParaRPr b="0" lang="es-V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CuadroTexto 7"/>
          <p:cNvSpPr/>
          <p:nvPr/>
        </p:nvSpPr>
        <p:spPr>
          <a:xfrm>
            <a:off x="0" y="4146120"/>
            <a:ext cx="457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   Año</a:t>
            </a: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           </a:t>
            </a: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 Empresa</a:t>
            </a: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           Cargo Ocupado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uadroTexto 9"/>
          <p:cNvSpPr/>
          <p:nvPr/>
        </p:nvSpPr>
        <p:spPr>
          <a:xfrm>
            <a:off x="38160" y="4638240"/>
            <a:ext cx="50760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" name="CuadroTexto 10"/>
          <p:cNvSpPr/>
          <p:nvPr/>
        </p:nvSpPr>
        <p:spPr>
          <a:xfrm>
            <a:off x="652320" y="4639680"/>
            <a:ext cx="181512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8" name="CuadroTexto 11"/>
          <p:cNvSpPr/>
          <p:nvPr/>
        </p:nvSpPr>
        <p:spPr>
          <a:xfrm>
            <a:off x="2576520" y="4639680"/>
            <a:ext cx="193428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9" name="CuadroTexto 12"/>
          <p:cNvSpPr/>
          <p:nvPr/>
        </p:nvSpPr>
        <p:spPr>
          <a:xfrm>
            <a:off x="29520" y="4892400"/>
            <a:ext cx="50760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0" name="CuadroTexto 13"/>
          <p:cNvSpPr/>
          <p:nvPr/>
        </p:nvSpPr>
        <p:spPr>
          <a:xfrm>
            <a:off x="643680" y="4893840"/>
            <a:ext cx="181512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" name="CuadroTexto 14"/>
          <p:cNvSpPr/>
          <p:nvPr/>
        </p:nvSpPr>
        <p:spPr>
          <a:xfrm>
            <a:off x="2567880" y="4893840"/>
            <a:ext cx="193428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" name="CuadroTexto 15"/>
          <p:cNvSpPr/>
          <p:nvPr/>
        </p:nvSpPr>
        <p:spPr>
          <a:xfrm>
            <a:off x="29520" y="5145840"/>
            <a:ext cx="50760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" name="CuadroTexto 16"/>
          <p:cNvSpPr/>
          <p:nvPr/>
        </p:nvSpPr>
        <p:spPr>
          <a:xfrm>
            <a:off x="643680" y="5147280"/>
            <a:ext cx="181512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" name="CuadroTexto 18"/>
          <p:cNvSpPr/>
          <p:nvPr/>
        </p:nvSpPr>
        <p:spPr>
          <a:xfrm>
            <a:off x="2567880" y="5147280"/>
            <a:ext cx="193428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5" name="CuadroTexto 20"/>
          <p:cNvSpPr/>
          <p:nvPr/>
        </p:nvSpPr>
        <p:spPr>
          <a:xfrm>
            <a:off x="28080" y="5405040"/>
            <a:ext cx="50760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" name="CuadroTexto 21"/>
          <p:cNvSpPr/>
          <p:nvPr/>
        </p:nvSpPr>
        <p:spPr>
          <a:xfrm>
            <a:off x="642600" y="5406480"/>
            <a:ext cx="181512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7" name="CuadroTexto 53"/>
          <p:cNvSpPr/>
          <p:nvPr/>
        </p:nvSpPr>
        <p:spPr>
          <a:xfrm>
            <a:off x="2566440" y="5406480"/>
            <a:ext cx="193428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8" name="CuadroTexto 66"/>
          <p:cNvSpPr/>
          <p:nvPr/>
        </p:nvSpPr>
        <p:spPr>
          <a:xfrm>
            <a:off x="4612320" y="636480"/>
            <a:ext cx="4493160" cy="242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s-VE" sz="1000" spc="51" strike="noStrike" u="none">
                <a:solidFill>
                  <a:schemeClr val="lt2"/>
                </a:solidFill>
                <a:effectLst/>
                <a:uFillTx/>
                <a:latin typeface="Arial Black"/>
                <a:ea typeface="DejaVu Sans"/>
              </a:rPr>
              <a:t>Formación Profesional</a:t>
            </a:r>
            <a:endParaRPr b="0" lang="es-V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uadroTexto 67"/>
          <p:cNvSpPr/>
          <p:nvPr/>
        </p:nvSpPr>
        <p:spPr>
          <a:xfrm>
            <a:off x="4619880" y="3093120"/>
            <a:ext cx="50760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2025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CuadroTexto 68"/>
          <p:cNvSpPr/>
          <p:nvPr/>
        </p:nvSpPr>
        <p:spPr>
          <a:xfrm>
            <a:off x="5126400" y="3094920"/>
            <a:ext cx="181512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RRHH/DEPO/PDM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uadroTexto 69"/>
          <p:cNvSpPr/>
          <p:nvPr/>
        </p:nvSpPr>
        <p:spPr>
          <a:xfrm>
            <a:off x="7158240" y="3094920"/>
            <a:ext cx="193428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Docente de Educación Inicial 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uadroTexto 70"/>
          <p:cNvSpPr/>
          <p:nvPr/>
        </p:nvSpPr>
        <p:spPr>
          <a:xfrm>
            <a:off x="4619880" y="3346200"/>
            <a:ext cx="507600" cy="21096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3" name="CuadroTexto 71"/>
          <p:cNvSpPr/>
          <p:nvPr/>
        </p:nvSpPr>
        <p:spPr>
          <a:xfrm>
            <a:off x="5128560" y="3347640"/>
            <a:ext cx="1815120" cy="21096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" name="CuadroTexto 77"/>
          <p:cNvSpPr/>
          <p:nvPr/>
        </p:nvSpPr>
        <p:spPr>
          <a:xfrm>
            <a:off x="7158240" y="3347640"/>
            <a:ext cx="1934280" cy="21096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5" name="CuadroTexto 82"/>
          <p:cNvSpPr/>
          <p:nvPr/>
        </p:nvSpPr>
        <p:spPr>
          <a:xfrm>
            <a:off x="4611240" y="3600000"/>
            <a:ext cx="50760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" name="CuadroTexto 84"/>
          <p:cNvSpPr/>
          <p:nvPr/>
        </p:nvSpPr>
        <p:spPr>
          <a:xfrm>
            <a:off x="5225760" y="3601440"/>
            <a:ext cx="181512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" name="CuadroTexto 85"/>
          <p:cNvSpPr/>
          <p:nvPr/>
        </p:nvSpPr>
        <p:spPr>
          <a:xfrm>
            <a:off x="7149600" y="3601440"/>
            <a:ext cx="193428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8" name="CuadroTexto 86"/>
          <p:cNvSpPr/>
          <p:nvPr/>
        </p:nvSpPr>
        <p:spPr>
          <a:xfrm>
            <a:off x="4611240" y="3853440"/>
            <a:ext cx="50760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9" name="CuadroTexto 87"/>
          <p:cNvSpPr/>
          <p:nvPr/>
        </p:nvSpPr>
        <p:spPr>
          <a:xfrm>
            <a:off x="5225760" y="4066560"/>
            <a:ext cx="181512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14/11/1985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uadroTexto 88"/>
          <p:cNvSpPr/>
          <p:nvPr/>
        </p:nvSpPr>
        <p:spPr>
          <a:xfrm>
            <a:off x="7149600" y="3855240"/>
            <a:ext cx="193428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" name="CuadroTexto 89"/>
          <p:cNvSpPr/>
          <p:nvPr/>
        </p:nvSpPr>
        <p:spPr>
          <a:xfrm>
            <a:off x="4610160" y="4113000"/>
            <a:ext cx="50760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" name="CuadroTexto 90"/>
          <p:cNvSpPr/>
          <p:nvPr/>
        </p:nvSpPr>
        <p:spPr>
          <a:xfrm>
            <a:off x="5224320" y="4114440"/>
            <a:ext cx="181512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" name="CuadroTexto 91"/>
          <p:cNvSpPr/>
          <p:nvPr/>
        </p:nvSpPr>
        <p:spPr>
          <a:xfrm>
            <a:off x="7148520" y="4114440"/>
            <a:ext cx="193428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4" name="CuadroTexto 108"/>
          <p:cNvSpPr/>
          <p:nvPr/>
        </p:nvSpPr>
        <p:spPr>
          <a:xfrm>
            <a:off x="4610160" y="4378680"/>
            <a:ext cx="50760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" name="CuadroTexto 109"/>
          <p:cNvSpPr/>
          <p:nvPr/>
        </p:nvSpPr>
        <p:spPr>
          <a:xfrm>
            <a:off x="5224320" y="4380120"/>
            <a:ext cx="181512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6" name="CuadroTexto 110"/>
          <p:cNvSpPr/>
          <p:nvPr/>
        </p:nvSpPr>
        <p:spPr>
          <a:xfrm>
            <a:off x="7148520" y="4380120"/>
            <a:ext cx="193428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" name="CuadroTexto 111"/>
          <p:cNvSpPr/>
          <p:nvPr/>
        </p:nvSpPr>
        <p:spPr>
          <a:xfrm>
            <a:off x="4610160" y="4631400"/>
            <a:ext cx="507600" cy="2142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VE" sz="800" strike="noStrike" u="none">
              <a:solidFill>
                <a:schemeClr val="accent3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" name="CuadroTexto 112"/>
          <p:cNvSpPr/>
          <p:nvPr/>
        </p:nvSpPr>
        <p:spPr>
          <a:xfrm>
            <a:off x="5224320" y="4632840"/>
            <a:ext cx="1815120" cy="2106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9" name="CuadroTexto 113"/>
          <p:cNvSpPr/>
          <p:nvPr/>
        </p:nvSpPr>
        <p:spPr>
          <a:xfrm>
            <a:off x="7148520" y="4632840"/>
            <a:ext cx="1934280" cy="2106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0" name="CuadroTexto 114"/>
          <p:cNvSpPr/>
          <p:nvPr/>
        </p:nvSpPr>
        <p:spPr>
          <a:xfrm>
            <a:off x="4601520" y="4885560"/>
            <a:ext cx="507600" cy="2106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" name="CuadroTexto 115"/>
          <p:cNvSpPr/>
          <p:nvPr/>
        </p:nvSpPr>
        <p:spPr>
          <a:xfrm>
            <a:off x="5215680" y="4887000"/>
            <a:ext cx="1815120" cy="2106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" name="CuadroTexto 116"/>
          <p:cNvSpPr/>
          <p:nvPr/>
        </p:nvSpPr>
        <p:spPr>
          <a:xfrm>
            <a:off x="7139880" y="4887000"/>
            <a:ext cx="1934280" cy="2106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3" name="CuadroTexto 117"/>
          <p:cNvSpPr/>
          <p:nvPr/>
        </p:nvSpPr>
        <p:spPr>
          <a:xfrm>
            <a:off x="4601520" y="5139000"/>
            <a:ext cx="507600" cy="2106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4" name="CuadroTexto 118"/>
          <p:cNvSpPr/>
          <p:nvPr/>
        </p:nvSpPr>
        <p:spPr>
          <a:xfrm>
            <a:off x="5215680" y="5140440"/>
            <a:ext cx="1815120" cy="2106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5" name="CuadroTexto 119"/>
          <p:cNvSpPr/>
          <p:nvPr/>
        </p:nvSpPr>
        <p:spPr>
          <a:xfrm>
            <a:off x="7139880" y="5140440"/>
            <a:ext cx="1934280" cy="2106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6" name="CuadroTexto 120"/>
          <p:cNvSpPr/>
          <p:nvPr/>
        </p:nvSpPr>
        <p:spPr>
          <a:xfrm>
            <a:off x="4600080" y="5398200"/>
            <a:ext cx="507600" cy="2106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CuadroTexto 121"/>
          <p:cNvSpPr/>
          <p:nvPr/>
        </p:nvSpPr>
        <p:spPr>
          <a:xfrm>
            <a:off x="5214600" y="5399640"/>
            <a:ext cx="1815120" cy="2106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8" name="CuadroTexto 122"/>
          <p:cNvSpPr/>
          <p:nvPr/>
        </p:nvSpPr>
        <p:spPr>
          <a:xfrm>
            <a:off x="7138440" y="5399640"/>
            <a:ext cx="1934280" cy="2106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9" name="CuadroTexto 123"/>
          <p:cNvSpPr/>
          <p:nvPr/>
        </p:nvSpPr>
        <p:spPr>
          <a:xfrm>
            <a:off x="4619880" y="2670840"/>
            <a:ext cx="4478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Histórico de Posiciones en PDVSA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uadroTexto 124"/>
          <p:cNvSpPr/>
          <p:nvPr/>
        </p:nvSpPr>
        <p:spPr>
          <a:xfrm>
            <a:off x="4521240" y="2878920"/>
            <a:ext cx="457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   Año</a:t>
            </a: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            Organización/Filial/Negocio</a:t>
            </a: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1" lang="es-VE" sz="8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           Cargo Ocupado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1" name="Conector recto 125"/>
          <p:cNvCxnSpPr/>
          <p:nvPr/>
        </p:nvCxnSpPr>
        <p:spPr>
          <a:xfrm>
            <a:off x="5162040" y="2888640"/>
            <a:ext cx="1800" cy="2802600"/>
          </a:xfrm>
          <a:prstGeom prst="straightConnector1">
            <a:avLst/>
          </a:prstGeom>
          <a:ln w="19080">
            <a:solidFill>
              <a:srgbClr val="808080"/>
            </a:solidFill>
            <a:prstDash val="dash"/>
            <a:round/>
          </a:ln>
        </p:spPr>
      </p:cxnSp>
      <p:cxnSp>
        <p:nvCxnSpPr>
          <p:cNvPr id="172" name="Conector recto 126"/>
          <p:cNvCxnSpPr/>
          <p:nvPr/>
        </p:nvCxnSpPr>
        <p:spPr>
          <a:xfrm>
            <a:off x="7095600" y="2888640"/>
            <a:ext cx="1800" cy="2751840"/>
          </a:xfrm>
          <a:prstGeom prst="straightConnector1">
            <a:avLst/>
          </a:prstGeom>
          <a:ln w="19080">
            <a:solidFill>
              <a:srgbClr val="808080"/>
            </a:solidFill>
            <a:prstDash val="dash"/>
            <a:round/>
          </a:ln>
        </p:spPr>
      </p:cxnSp>
      <p:cxnSp>
        <p:nvCxnSpPr>
          <p:cNvPr id="173" name="Conector recto 131"/>
          <p:cNvCxnSpPr/>
          <p:nvPr/>
        </p:nvCxnSpPr>
        <p:spPr>
          <a:xfrm>
            <a:off x="4572000" y="3053520"/>
            <a:ext cx="4609080" cy="1800"/>
          </a:xfrm>
          <a:prstGeom prst="straightConnector1">
            <a:avLst/>
          </a:prstGeom>
          <a:ln w="19080">
            <a:solidFill>
              <a:srgbClr val="808080"/>
            </a:solidFill>
            <a:prstDash val="dash"/>
            <a:round/>
          </a:ln>
        </p:spPr>
      </p:cxnSp>
      <p:sp>
        <p:nvSpPr>
          <p:cNvPr id="174" name="CuadroTexto 92"/>
          <p:cNvSpPr/>
          <p:nvPr/>
        </p:nvSpPr>
        <p:spPr>
          <a:xfrm>
            <a:off x="4542840" y="911160"/>
            <a:ext cx="7383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s-ES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Nivel Educativo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CuadroTexto 93"/>
          <p:cNvSpPr/>
          <p:nvPr/>
        </p:nvSpPr>
        <p:spPr>
          <a:xfrm>
            <a:off x="5228640" y="968400"/>
            <a:ext cx="192780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Universitario 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CuadroTexto 96"/>
          <p:cNvSpPr/>
          <p:nvPr/>
        </p:nvSpPr>
        <p:spPr>
          <a:xfrm>
            <a:off x="4542840" y="1256040"/>
            <a:ext cx="889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ES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Título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CuadroTexto 97"/>
          <p:cNvSpPr/>
          <p:nvPr/>
        </p:nvSpPr>
        <p:spPr>
          <a:xfrm>
            <a:off x="4994640" y="1235880"/>
            <a:ext cx="405180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Profesora en Educación Peescolar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CuadroTexto 98"/>
          <p:cNvSpPr/>
          <p:nvPr/>
        </p:nvSpPr>
        <p:spPr>
          <a:xfrm>
            <a:off x="4530240" y="1540800"/>
            <a:ext cx="851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ES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Universidad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CuadroTexto 99"/>
          <p:cNvSpPr/>
          <p:nvPr/>
        </p:nvSpPr>
        <p:spPr>
          <a:xfrm>
            <a:off x="5312160" y="1522080"/>
            <a:ext cx="3722040" cy="21060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0" name="CuadroTexto 100"/>
          <p:cNvSpPr/>
          <p:nvPr/>
        </p:nvSpPr>
        <p:spPr>
          <a:xfrm>
            <a:off x="7158240" y="957960"/>
            <a:ext cx="4914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ES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Año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uadroTexto 101"/>
          <p:cNvSpPr/>
          <p:nvPr/>
        </p:nvSpPr>
        <p:spPr>
          <a:xfrm>
            <a:off x="7572600" y="958680"/>
            <a:ext cx="1473840" cy="2113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VE" sz="800" strike="noStrike" u="none">
                <a:solidFill>
                  <a:schemeClr val="accent3"/>
                </a:solidFill>
                <a:effectLst/>
                <a:uFillTx/>
                <a:latin typeface="Arial"/>
                <a:ea typeface="DejaVu Sans"/>
              </a:rPr>
              <a:t>2012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uadroTexto 102"/>
          <p:cNvSpPr/>
          <p:nvPr/>
        </p:nvSpPr>
        <p:spPr>
          <a:xfrm>
            <a:off x="4540680" y="1818360"/>
            <a:ext cx="891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ES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Licenciatura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CuadroTexto 103"/>
          <p:cNvSpPr/>
          <p:nvPr/>
        </p:nvSpPr>
        <p:spPr>
          <a:xfrm>
            <a:off x="5383800" y="1799640"/>
            <a:ext cx="3660480" cy="20988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4" name="CuadroTexto 104"/>
          <p:cNvSpPr/>
          <p:nvPr/>
        </p:nvSpPr>
        <p:spPr>
          <a:xfrm>
            <a:off x="4540680" y="2085120"/>
            <a:ext cx="738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ES" sz="8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Posgrado</a:t>
            </a: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CuadroTexto 105"/>
          <p:cNvSpPr/>
          <p:nvPr/>
        </p:nvSpPr>
        <p:spPr>
          <a:xfrm>
            <a:off x="5224320" y="2066040"/>
            <a:ext cx="3819960" cy="20988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6" name="CuadroTexto 106"/>
          <p:cNvSpPr/>
          <p:nvPr/>
        </p:nvSpPr>
        <p:spPr>
          <a:xfrm>
            <a:off x="472680" y="5804280"/>
            <a:ext cx="1946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ES" sz="12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Hoja: </a:t>
            </a:r>
            <a:r>
              <a:rPr b="0" lang="es-ES" sz="12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1 de 2</a:t>
            </a:r>
            <a:endParaRPr b="0" lang="es-V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5221440" y="3861360"/>
            <a:ext cx="12571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adroTexto 4"/>
          <p:cNvSpPr/>
          <p:nvPr/>
        </p:nvSpPr>
        <p:spPr>
          <a:xfrm>
            <a:off x="49680" y="636480"/>
            <a:ext cx="4482360" cy="242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s-ES" sz="1000" spc="51" strike="noStrike" u="none">
                <a:solidFill>
                  <a:schemeClr val="lt2"/>
                </a:solidFill>
                <a:effectLst/>
                <a:uFillTx/>
                <a:latin typeface="Arial Black"/>
                <a:ea typeface="DejaVu Sans"/>
              </a:rPr>
              <a:t>Desarrollo de Carrera</a:t>
            </a:r>
            <a:endParaRPr b="0" lang="es-V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CuadroTexto 6"/>
          <p:cNvSpPr/>
          <p:nvPr/>
        </p:nvSpPr>
        <p:spPr>
          <a:xfrm>
            <a:off x="49680" y="896760"/>
            <a:ext cx="4450320" cy="21096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0" name="CuadroTexto 21"/>
          <p:cNvSpPr/>
          <p:nvPr/>
        </p:nvSpPr>
        <p:spPr>
          <a:xfrm>
            <a:off x="4612320" y="636480"/>
            <a:ext cx="4493160" cy="242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s-ES" sz="1000" spc="51" strike="noStrike" u="none">
                <a:solidFill>
                  <a:schemeClr val="lt2"/>
                </a:solidFill>
                <a:effectLst/>
                <a:uFillTx/>
                <a:latin typeface="Arial Black"/>
                <a:ea typeface="DejaVu Sans"/>
              </a:rPr>
              <a:t>Destrezas y Habilidades</a:t>
            </a:r>
            <a:endParaRPr b="0" lang="es-V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CuadroTexto 34"/>
          <p:cNvSpPr/>
          <p:nvPr/>
        </p:nvSpPr>
        <p:spPr>
          <a:xfrm>
            <a:off x="472680" y="5804280"/>
            <a:ext cx="1946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ES" sz="1200" strike="noStrike" u="none">
                <a:solidFill>
                  <a:schemeClr val="accent4"/>
                </a:solidFill>
                <a:effectLst/>
                <a:uFillTx/>
                <a:latin typeface="Arial Black"/>
                <a:ea typeface="DejaVu Sans"/>
              </a:rPr>
              <a:t>Hoja: </a:t>
            </a:r>
            <a:r>
              <a:rPr b="0" lang="es-ES" sz="1200" strike="noStrike" u="none">
                <a:solidFill>
                  <a:schemeClr val="accent4"/>
                </a:solidFill>
                <a:effectLst/>
                <a:uFillTx/>
                <a:latin typeface="Arial"/>
                <a:ea typeface="DejaVu Sans"/>
              </a:rPr>
              <a:t>2 de 2</a:t>
            </a:r>
            <a:endParaRPr b="0" lang="es-V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CuadroTexto 35"/>
          <p:cNvSpPr/>
          <p:nvPr/>
        </p:nvSpPr>
        <p:spPr>
          <a:xfrm>
            <a:off x="4612320" y="911160"/>
            <a:ext cx="4450320" cy="21096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VE" sz="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3" name="CuadroTexto 36"/>
          <p:cNvSpPr/>
          <p:nvPr/>
        </p:nvSpPr>
        <p:spPr>
          <a:xfrm>
            <a:off x="49680" y="2741040"/>
            <a:ext cx="9033120" cy="242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s-ES" sz="1000" spc="51" strike="noStrike" u="none">
                <a:solidFill>
                  <a:schemeClr val="lt2"/>
                </a:solidFill>
                <a:effectLst/>
                <a:uFillTx/>
                <a:latin typeface="Arial Black"/>
                <a:ea typeface="DejaVu Sans"/>
              </a:rPr>
              <a:t>Observaciones</a:t>
            </a:r>
            <a:endParaRPr b="0" lang="es-V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CuadroTexto 37"/>
          <p:cNvSpPr/>
          <p:nvPr/>
        </p:nvSpPr>
        <p:spPr>
          <a:xfrm>
            <a:off x="49680" y="3006720"/>
            <a:ext cx="9033120" cy="21024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VE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Escala de grises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Escala de grises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Escala de grises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Escala de grises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Escala de grises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Escala de grises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Escala de grises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Escala de grises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Escala de grises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709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2025-11-13T00:40:02Z</dcterms:created>
  <dc:creator>Luis Velásquez</dc:creator>
  <dc:description/>
  <dc:language>es-VE</dc:language>
  <cp:lastModifiedBy/>
  <dcterms:modified xsi:type="dcterms:W3CDTF">2026-02-27T17:56:49Z</dcterms:modified>
  <cp:revision>28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Carta (216 x 279 mm)</vt:lpwstr>
  </property>
  <property fmtid="{D5CDD505-2E9C-101B-9397-08002B2CF9AE}" pid="4" name="Slides">
    <vt:r8>2</vt:r8>
  </property>
</Properties>
</file>