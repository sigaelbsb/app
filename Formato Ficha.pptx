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58400" cy="7772400"/>
  <p:notesSz cx="7102475" cy="9388475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8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VE" sz="603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VE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012A257-F9F1-4CBC-870D-5E87E6E59600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VE" sz="6030" b="0" u="none" strike="noStrik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9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4390" b="0" u="none" strike="noStrik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5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3840" b="0" u="none" strike="noStrik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1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3290" b="0" u="none" strike="noStrik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7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VE" sz="2740" b="0" u="none" strike="noStrik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740" b="0" u="none" strike="noStrik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740" b="0" u="none" strike="noStrik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VE" sz="2740" b="0" u="none" strike="noStrik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292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s-VE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VE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&lt;fecha/hora&gt;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39440" y="7080120"/>
            <a:ext cx="318816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s-VE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VE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1116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VE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F00933-D42C-40C3-8710-325D6574FAF2}" type="slidenum">
              <a:rPr lang="es-VE" sz="1400" b="0" u="none" strike="noStrike">
                <a:solidFill>
                  <a:srgbClr val="000000"/>
                </a:solidFill>
                <a:uFillTx/>
                <a:latin typeface="Times New Roman"/>
              </a:rPr>
              <a:t>‹Nº›</a:t>
            </a:fld>
            <a:endParaRPr lang="es-VE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/>
          <p:cNvSpPr/>
          <p:nvPr/>
        </p:nvSpPr>
        <p:spPr>
          <a:xfrm>
            <a:off x="210240" y="3982320"/>
            <a:ext cx="3002400" cy="217800"/>
          </a:xfrm>
          <a:custGeom>
            <a:avLst/>
            <a:gdLst/>
            <a:ahLst/>
            <a:cxnLst/>
            <a:rect l="0" t="0" r="r" b="b"/>
            <a:pathLst>
              <a:path w="8340" h="605">
                <a:moveTo>
                  <a:pt x="0" y="0"/>
                </a:moveTo>
                <a:lnTo>
                  <a:pt x="0" y="605"/>
                </a:lnTo>
                <a:lnTo>
                  <a:pt x="8340" y="605"/>
                </a:lnTo>
                <a:lnTo>
                  <a:pt x="8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BD6DA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Forma libre: forma 7"/>
          <p:cNvSpPr/>
          <p:nvPr/>
        </p:nvSpPr>
        <p:spPr>
          <a:xfrm>
            <a:off x="3379320" y="4002840"/>
            <a:ext cx="6387480" cy="218160"/>
          </a:xfrm>
          <a:custGeom>
            <a:avLst/>
            <a:gdLst/>
            <a:ahLst/>
            <a:cxnLst/>
            <a:rect l="0" t="0" r="r" b="b"/>
            <a:pathLst>
              <a:path w="17743" h="606">
                <a:moveTo>
                  <a:pt x="0" y="0"/>
                </a:moveTo>
                <a:lnTo>
                  <a:pt x="0" y="606"/>
                </a:lnTo>
                <a:lnTo>
                  <a:pt x="17743" y="606"/>
                </a:lnTo>
                <a:lnTo>
                  <a:pt x="177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D6DA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Forma libre: forma 8"/>
          <p:cNvSpPr/>
          <p:nvPr/>
        </p:nvSpPr>
        <p:spPr>
          <a:xfrm>
            <a:off x="5332320" y="980640"/>
            <a:ext cx="4415040" cy="217800"/>
          </a:xfrm>
          <a:custGeom>
            <a:avLst/>
            <a:gdLst/>
            <a:ahLst/>
            <a:cxnLst/>
            <a:rect l="0" t="0" r="r" b="b"/>
            <a:pathLst>
              <a:path w="12264" h="605">
                <a:moveTo>
                  <a:pt x="0" y="0"/>
                </a:moveTo>
                <a:lnTo>
                  <a:pt x="0" y="605"/>
                </a:lnTo>
                <a:lnTo>
                  <a:pt x="12264" y="605"/>
                </a:lnTo>
                <a:lnTo>
                  <a:pt x="12264" y="0"/>
                </a:lnTo>
                <a:lnTo>
                  <a:pt x="0" y="0"/>
                </a:lnTo>
                <a:close/>
              </a:path>
            </a:pathLst>
          </a:custGeom>
          <a:solidFill>
            <a:srgbClr val="EBD6DA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Forma libre: forma 9"/>
          <p:cNvSpPr/>
          <p:nvPr/>
        </p:nvSpPr>
        <p:spPr>
          <a:xfrm>
            <a:off x="5331600" y="983160"/>
            <a:ext cx="4415400" cy="2555640"/>
          </a:xfrm>
          <a:custGeom>
            <a:avLst/>
            <a:gdLst/>
            <a:ahLst/>
            <a:cxnLst/>
            <a:rect l="0" t="0" r="r" b="b"/>
            <a:pathLst>
              <a:path w="12265" h="7099">
                <a:moveTo>
                  <a:pt x="0" y="7099"/>
                </a:moveTo>
                <a:lnTo>
                  <a:pt x="12265" y="7099"/>
                </a:lnTo>
                <a:lnTo>
                  <a:pt x="12265" y="0"/>
                </a:lnTo>
                <a:lnTo>
                  <a:pt x="0" y="0"/>
                </a:lnTo>
                <a:lnTo>
                  <a:pt x="0" y="7099"/>
                </a:lnTo>
                <a:close/>
              </a:path>
            </a:pathLst>
          </a:custGeom>
          <a:noFill/>
          <a:ln w="9000">
            <a:solidFill>
              <a:srgbClr val="999999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Conector recto 10"/>
          <p:cNvSpPr/>
          <p:nvPr/>
        </p:nvSpPr>
        <p:spPr>
          <a:xfrm>
            <a:off x="5771880" y="983160"/>
            <a:ext cx="0" cy="255528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Conector recto 11"/>
          <p:cNvSpPr/>
          <p:nvPr/>
        </p:nvSpPr>
        <p:spPr>
          <a:xfrm>
            <a:off x="7411320" y="993600"/>
            <a:ext cx="0" cy="255564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Conector recto 12"/>
          <p:cNvSpPr/>
          <p:nvPr/>
        </p:nvSpPr>
        <p:spPr>
          <a:xfrm>
            <a:off x="5332320" y="1201680"/>
            <a:ext cx="4414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Conector recto 13"/>
          <p:cNvSpPr/>
          <p:nvPr/>
        </p:nvSpPr>
        <p:spPr>
          <a:xfrm>
            <a:off x="5332320" y="1440000"/>
            <a:ext cx="4414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Conector recto 14"/>
          <p:cNvSpPr/>
          <p:nvPr/>
        </p:nvSpPr>
        <p:spPr>
          <a:xfrm>
            <a:off x="5332680" y="1678680"/>
            <a:ext cx="4414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Conector recto 15"/>
          <p:cNvSpPr/>
          <p:nvPr/>
        </p:nvSpPr>
        <p:spPr>
          <a:xfrm>
            <a:off x="5331600" y="1906920"/>
            <a:ext cx="441504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Conector recto 16"/>
          <p:cNvSpPr/>
          <p:nvPr/>
        </p:nvSpPr>
        <p:spPr>
          <a:xfrm>
            <a:off x="5331600" y="2135880"/>
            <a:ext cx="441504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Conector recto 17"/>
          <p:cNvSpPr/>
          <p:nvPr/>
        </p:nvSpPr>
        <p:spPr>
          <a:xfrm>
            <a:off x="5331600" y="2364120"/>
            <a:ext cx="441504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Conector recto 18"/>
          <p:cNvSpPr/>
          <p:nvPr/>
        </p:nvSpPr>
        <p:spPr>
          <a:xfrm>
            <a:off x="5335920" y="3325320"/>
            <a:ext cx="4414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Conector recto 19"/>
          <p:cNvSpPr/>
          <p:nvPr/>
        </p:nvSpPr>
        <p:spPr>
          <a:xfrm>
            <a:off x="5335920" y="3086280"/>
            <a:ext cx="4414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Conector recto 20"/>
          <p:cNvSpPr/>
          <p:nvPr/>
        </p:nvSpPr>
        <p:spPr>
          <a:xfrm>
            <a:off x="5336640" y="2847240"/>
            <a:ext cx="4414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Conector recto 21"/>
          <p:cNvSpPr/>
          <p:nvPr/>
        </p:nvSpPr>
        <p:spPr>
          <a:xfrm>
            <a:off x="5336280" y="2609280"/>
            <a:ext cx="4414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Forma libre: forma 22"/>
          <p:cNvSpPr/>
          <p:nvPr/>
        </p:nvSpPr>
        <p:spPr>
          <a:xfrm>
            <a:off x="5320080" y="671400"/>
            <a:ext cx="4416480" cy="250200"/>
          </a:xfrm>
          <a:custGeom>
            <a:avLst/>
            <a:gdLst/>
            <a:ahLst/>
            <a:cxnLst/>
            <a:rect l="0" t="0" r="r" b="b"/>
            <a:pathLst>
              <a:path w="12268" h="695">
                <a:moveTo>
                  <a:pt x="0" y="0"/>
                </a:moveTo>
                <a:lnTo>
                  <a:pt x="0" y="695"/>
                </a:lnTo>
                <a:lnTo>
                  <a:pt x="12268" y="695"/>
                </a:lnTo>
                <a:lnTo>
                  <a:pt x="12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7743600" y="137160"/>
            <a:ext cx="154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1600" b="1" u="none" strike="noStrike">
                <a:solidFill>
                  <a:srgbClr val="CC0000"/>
                </a:solidFill>
                <a:uFillTx/>
                <a:latin typeface="Futura Md BT"/>
                <a:ea typeface="Futura Md BT"/>
              </a:rPr>
              <a:t>FICHA TÉCNICA</a:t>
            </a:r>
            <a:endParaRPr lang="es-VE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Forma libre: forma 24"/>
          <p:cNvSpPr/>
          <p:nvPr/>
        </p:nvSpPr>
        <p:spPr>
          <a:xfrm>
            <a:off x="210240" y="3687840"/>
            <a:ext cx="3003120" cy="250200"/>
          </a:xfrm>
          <a:custGeom>
            <a:avLst/>
            <a:gdLst/>
            <a:ahLst/>
            <a:cxnLst/>
            <a:rect l="0" t="0" r="r" b="b"/>
            <a:pathLst>
              <a:path w="8342" h="695">
                <a:moveTo>
                  <a:pt x="0" y="0"/>
                </a:moveTo>
                <a:lnTo>
                  <a:pt x="0" y="695"/>
                </a:lnTo>
                <a:lnTo>
                  <a:pt x="8342" y="695"/>
                </a:lnTo>
                <a:lnTo>
                  <a:pt x="83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Forma libre: forma 25"/>
          <p:cNvSpPr/>
          <p:nvPr/>
        </p:nvSpPr>
        <p:spPr>
          <a:xfrm>
            <a:off x="3379320" y="3687840"/>
            <a:ext cx="6387120" cy="250200"/>
          </a:xfrm>
          <a:custGeom>
            <a:avLst/>
            <a:gdLst/>
            <a:ahLst/>
            <a:cxnLst/>
            <a:rect l="0" t="0" r="r" b="b"/>
            <a:pathLst>
              <a:path w="17742" h="695">
                <a:moveTo>
                  <a:pt x="0" y="0"/>
                </a:moveTo>
                <a:lnTo>
                  <a:pt x="0" y="695"/>
                </a:lnTo>
                <a:lnTo>
                  <a:pt x="17742" y="695"/>
                </a:lnTo>
                <a:lnTo>
                  <a:pt x="177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6771240" y="727200"/>
            <a:ext cx="1718280" cy="15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10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II. Histórico de Posiciones</a:t>
            </a:r>
            <a:endParaRPr lang="es-VE" sz="1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5532120" y="3722760"/>
            <a:ext cx="2062800" cy="15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10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IV. Experiencia Laboral Externa</a:t>
            </a:r>
            <a:endParaRPr lang="es-VE" sz="1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Forma libre: forma 28"/>
          <p:cNvSpPr/>
          <p:nvPr/>
        </p:nvSpPr>
        <p:spPr>
          <a:xfrm>
            <a:off x="211320" y="3979440"/>
            <a:ext cx="3002040" cy="1391760"/>
          </a:xfrm>
          <a:custGeom>
            <a:avLst/>
            <a:gdLst/>
            <a:ahLst/>
            <a:cxnLst/>
            <a:rect l="0" t="0" r="r" b="b"/>
            <a:pathLst>
              <a:path w="8339" h="3866">
                <a:moveTo>
                  <a:pt x="0" y="3866"/>
                </a:moveTo>
                <a:lnTo>
                  <a:pt x="8339" y="3866"/>
                </a:lnTo>
                <a:lnTo>
                  <a:pt x="8339" y="0"/>
                </a:lnTo>
                <a:lnTo>
                  <a:pt x="0" y="0"/>
                </a:lnTo>
                <a:lnTo>
                  <a:pt x="0" y="3866"/>
                </a:lnTo>
                <a:close/>
              </a:path>
            </a:pathLst>
          </a:custGeom>
          <a:noFill/>
          <a:ln w="9000">
            <a:solidFill>
              <a:srgbClr val="999999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668160" y="3742200"/>
            <a:ext cx="2070360" cy="15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10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III. Últimos tres (3) acciones de:</a:t>
            </a:r>
            <a:endParaRPr lang="es-VE" sz="1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392400" y="4015800"/>
            <a:ext cx="65160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Promoción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1364040" y="4015080"/>
            <a:ext cx="65880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Evaluación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Conector recto 32"/>
          <p:cNvSpPr/>
          <p:nvPr/>
        </p:nvSpPr>
        <p:spPr>
          <a:xfrm>
            <a:off x="1182600" y="3978720"/>
            <a:ext cx="0" cy="138024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Conector recto 33"/>
          <p:cNvSpPr/>
          <p:nvPr/>
        </p:nvSpPr>
        <p:spPr>
          <a:xfrm>
            <a:off x="211320" y="4197600"/>
            <a:ext cx="3001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Conector recto 34"/>
          <p:cNvSpPr/>
          <p:nvPr/>
        </p:nvSpPr>
        <p:spPr>
          <a:xfrm>
            <a:off x="211320" y="4435920"/>
            <a:ext cx="3001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Conector recto 35"/>
          <p:cNvSpPr/>
          <p:nvPr/>
        </p:nvSpPr>
        <p:spPr>
          <a:xfrm>
            <a:off x="211680" y="4674600"/>
            <a:ext cx="3001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Conector recto 36"/>
          <p:cNvSpPr/>
          <p:nvPr/>
        </p:nvSpPr>
        <p:spPr>
          <a:xfrm>
            <a:off x="211320" y="4902480"/>
            <a:ext cx="3001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Conector recto 37"/>
          <p:cNvSpPr/>
          <p:nvPr/>
        </p:nvSpPr>
        <p:spPr>
          <a:xfrm>
            <a:off x="211320" y="5131440"/>
            <a:ext cx="300168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2413080" y="4004640"/>
            <a:ext cx="416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Salario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333360" y="4244040"/>
            <a:ext cx="22284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Año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Conector recto 40"/>
          <p:cNvSpPr/>
          <p:nvPr/>
        </p:nvSpPr>
        <p:spPr>
          <a:xfrm>
            <a:off x="678240" y="4199760"/>
            <a:ext cx="0" cy="117036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Conector recto 41"/>
          <p:cNvSpPr/>
          <p:nvPr/>
        </p:nvSpPr>
        <p:spPr>
          <a:xfrm>
            <a:off x="2181600" y="3979440"/>
            <a:ext cx="0" cy="138060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Conector recto 42"/>
          <p:cNvSpPr/>
          <p:nvPr/>
        </p:nvSpPr>
        <p:spPr>
          <a:xfrm>
            <a:off x="1626120" y="4200120"/>
            <a:ext cx="0" cy="117036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Conector recto 43"/>
          <p:cNvSpPr/>
          <p:nvPr/>
        </p:nvSpPr>
        <p:spPr>
          <a:xfrm>
            <a:off x="2643120" y="4201920"/>
            <a:ext cx="0" cy="117036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778680" y="4244040"/>
            <a:ext cx="34704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Grupo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1708200" y="4244040"/>
            <a:ext cx="42372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Puntaje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1269720" y="4244040"/>
            <a:ext cx="22284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Año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748240" y="4244040"/>
            <a:ext cx="38880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Salario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Forma libre: forma 48"/>
          <p:cNvSpPr/>
          <p:nvPr/>
        </p:nvSpPr>
        <p:spPr>
          <a:xfrm>
            <a:off x="3379320" y="3996000"/>
            <a:ext cx="6387120" cy="1391760"/>
          </a:xfrm>
          <a:custGeom>
            <a:avLst/>
            <a:gdLst/>
            <a:ahLst/>
            <a:cxnLst/>
            <a:rect l="0" t="0" r="r" b="b"/>
            <a:pathLst>
              <a:path w="17742" h="3866">
                <a:moveTo>
                  <a:pt x="0" y="3866"/>
                </a:moveTo>
                <a:lnTo>
                  <a:pt x="17742" y="3866"/>
                </a:lnTo>
                <a:lnTo>
                  <a:pt x="17742" y="0"/>
                </a:lnTo>
                <a:lnTo>
                  <a:pt x="0" y="0"/>
                </a:lnTo>
                <a:lnTo>
                  <a:pt x="0" y="3866"/>
                </a:lnTo>
                <a:close/>
              </a:path>
            </a:pathLst>
          </a:custGeom>
          <a:noFill/>
          <a:ln w="9000">
            <a:solidFill>
              <a:srgbClr val="999999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297160" y="4244040"/>
            <a:ext cx="22248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Año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3514320" y="4032720"/>
            <a:ext cx="24300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Año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4856040" y="4032000"/>
            <a:ext cx="52704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Empresa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Conector recto 52"/>
          <p:cNvSpPr/>
          <p:nvPr/>
        </p:nvSpPr>
        <p:spPr>
          <a:xfrm>
            <a:off x="3866400" y="3995280"/>
            <a:ext cx="0" cy="138060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Conector recto 53"/>
          <p:cNvSpPr/>
          <p:nvPr/>
        </p:nvSpPr>
        <p:spPr>
          <a:xfrm>
            <a:off x="3380040" y="4214160"/>
            <a:ext cx="638676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Conector recto 54"/>
          <p:cNvSpPr/>
          <p:nvPr/>
        </p:nvSpPr>
        <p:spPr>
          <a:xfrm>
            <a:off x="3380040" y="4452840"/>
            <a:ext cx="638676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Conector recto 55"/>
          <p:cNvSpPr/>
          <p:nvPr/>
        </p:nvSpPr>
        <p:spPr>
          <a:xfrm>
            <a:off x="3380400" y="4691160"/>
            <a:ext cx="638676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Conector recto 56"/>
          <p:cNvSpPr/>
          <p:nvPr/>
        </p:nvSpPr>
        <p:spPr>
          <a:xfrm>
            <a:off x="3379320" y="4919400"/>
            <a:ext cx="638676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Conector recto 57"/>
          <p:cNvSpPr/>
          <p:nvPr/>
        </p:nvSpPr>
        <p:spPr>
          <a:xfrm>
            <a:off x="3379320" y="5148360"/>
            <a:ext cx="638676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Conector recto 58"/>
          <p:cNvSpPr/>
          <p:nvPr/>
        </p:nvSpPr>
        <p:spPr>
          <a:xfrm>
            <a:off x="6928920" y="3996000"/>
            <a:ext cx="0" cy="138060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Forma libre: forma 59"/>
          <p:cNvSpPr/>
          <p:nvPr/>
        </p:nvSpPr>
        <p:spPr>
          <a:xfrm>
            <a:off x="219960" y="5491080"/>
            <a:ext cx="6295320" cy="250200"/>
          </a:xfrm>
          <a:custGeom>
            <a:avLst/>
            <a:gdLst/>
            <a:ahLst/>
            <a:cxnLst/>
            <a:rect l="0" t="0" r="r" b="b"/>
            <a:pathLst>
              <a:path w="17487" h="695">
                <a:moveTo>
                  <a:pt x="0" y="0"/>
                </a:moveTo>
                <a:lnTo>
                  <a:pt x="0" y="695"/>
                </a:lnTo>
                <a:lnTo>
                  <a:pt x="17487" y="695"/>
                </a:lnTo>
                <a:lnTo>
                  <a:pt x="17487" y="0"/>
                </a:lnTo>
                <a:lnTo>
                  <a:pt x="0" y="0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7975080" y="4021560"/>
            <a:ext cx="3607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Cargo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Forma libre: forma 62"/>
          <p:cNvSpPr/>
          <p:nvPr/>
        </p:nvSpPr>
        <p:spPr>
          <a:xfrm>
            <a:off x="219960" y="5772600"/>
            <a:ext cx="6295320" cy="1067400"/>
          </a:xfrm>
          <a:custGeom>
            <a:avLst/>
            <a:gdLst/>
            <a:ahLst/>
            <a:cxnLst/>
            <a:rect l="0" t="0" r="r" b="b"/>
            <a:pathLst>
              <a:path w="17487" h="2965">
                <a:moveTo>
                  <a:pt x="0" y="2965"/>
                </a:moveTo>
                <a:lnTo>
                  <a:pt x="17487" y="2965"/>
                </a:lnTo>
                <a:lnTo>
                  <a:pt x="17487" y="0"/>
                </a:lnTo>
                <a:lnTo>
                  <a:pt x="0" y="0"/>
                </a:lnTo>
                <a:lnTo>
                  <a:pt x="0" y="2965"/>
                </a:lnTo>
                <a:close/>
              </a:path>
            </a:pathLst>
          </a:custGeom>
          <a:noFill/>
          <a:ln w="9000">
            <a:solidFill>
              <a:srgbClr val="999999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Forma libre: forma 63"/>
          <p:cNvSpPr/>
          <p:nvPr/>
        </p:nvSpPr>
        <p:spPr>
          <a:xfrm>
            <a:off x="6744240" y="5491080"/>
            <a:ext cx="3052080" cy="250200"/>
          </a:xfrm>
          <a:custGeom>
            <a:avLst/>
            <a:gdLst/>
            <a:ahLst/>
            <a:cxnLst/>
            <a:rect l="0" t="0" r="r" b="b"/>
            <a:pathLst>
              <a:path w="8478" h="695">
                <a:moveTo>
                  <a:pt x="0" y="0"/>
                </a:moveTo>
                <a:lnTo>
                  <a:pt x="0" y="695"/>
                </a:lnTo>
                <a:lnTo>
                  <a:pt x="8478" y="695"/>
                </a:lnTo>
                <a:lnTo>
                  <a:pt x="8478" y="0"/>
                </a:lnTo>
                <a:lnTo>
                  <a:pt x="0" y="0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2575080" y="5526000"/>
            <a:ext cx="1580040" cy="15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10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V. Desarrollo de Carrera</a:t>
            </a:r>
            <a:endParaRPr lang="es-VE" sz="1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Forma libre: forma 66"/>
          <p:cNvSpPr/>
          <p:nvPr/>
        </p:nvSpPr>
        <p:spPr>
          <a:xfrm>
            <a:off x="6755400" y="5783400"/>
            <a:ext cx="3040920" cy="1045440"/>
          </a:xfrm>
          <a:custGeom>
            <a:avLst/>
            <a:gdLst/>
            <a:ahLst/>
            <a:cxnLst/>
            <a:rect l="0" t="0" r="r" b="b"/>
            <a:pathLst>
              <a:path w="8447" h="2904">
                <a:moveTo>
                  <a:pt x="0" y="2904"/>
                </a:moveTo>
                <a:lnTo>
                  <a:pt x="8447" y="2904"/>
                </a:lnTo>
                <a:lnTo>
                  <a:pt x="8447" y="0"/>
                </a:lnTo>
                <a:lnTo>
                  <a:pt x="0" y="0"/>
                </a:lnTo>
                <a:lnTo>
                  <a:pt x="0" y="2904"/>
                </a:lnTo>
                <a:close/>
              </a:path>
            </a:pathLst>
          </a:custGeom>
          <a:noFill/>
          <a:ln w="9000">
            <a:solidFill>
              <a:srgbClr val="999999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Conector recto 67"/>
          <p:cNvSpPr/>
          <p:nvPr/>
        </p:nvSpPr>
        <p:spPr>
          <a:xfrm>
            <a:off x="6745680" y="6824160"/>
            <a:ext cx="3040560" cy="0"/>
          </a:xfrm>
          <a:prstGeom prst="line">
            <a:avLst/>
          </a:prstGeom>
          <a:ln w="9000" cap="sq">
            <a:solidFill>
              <a:srgbClr val="9999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" tIns="-4320" rIns="4320" bIns="-432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7670160" y="5526000"/>
            <a:ext cx="1197000" cy="15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10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VI. Observaciones</a:t>
            </a:r>
            <a:endParaRPr lang="es-VE" sz="1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8032320" y="1010880"/>
            <a:ext cx="9720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8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Posición Ocupada</a:t>
            </a:r>
            <a:endParaRPr lang="es-VE" sz="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5891760" y="1021680"/>
            <a:ext cx="14605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8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Organización/Filial/Negocio</a:t>
            </a:r>
            <a:endParaRPr lang="es-VE" sz="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Conector recto 71"/>
          <p:cNvSpPr/>
          <p:nvPr/>
        </p:nvSpPr>
        <p:spPr>
          <a:xfrm>
            <a:off x="2571120" y="982800"/>
            <a:ext cx="259776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Conector recto 72"/>
          <p:cNvSpPr/>
          <p:nvPr/>
        </p:nvSpPr>
        <p:spPr>
          <a:xfrm>
            <a:off x="2574360" y="982800"/>
            <a:ext cx="0" cy="22464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Conector recto 73"/>
          <p:cNvSpPr/>
          <p:nvPr/>
        </p:nvSpPr>
        <p:spPr>
          <a:xfrm>
            <a:off x="2581560" y="989280"/>
            <a:ext cx="0" cy="20736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Conector recto 74"/>
          <p:cNvSpPr/>
          <p:nvPr/>
        </p:nvSpPr>
        <p:spPr>
          <a:xfrm>
            <a:off x="2577960" y="989280"/>
            <a:ext cx="258408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Conector recto 75"/>
          <p:cNvSpPr/>
          <p:nvPr/>
        </p:nvSpPr>
        <p:spPr>
          <a:xfrm>
            <a:off x="5172480" y="979200"/>
            <a:ext cx="0" cy="23148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Conector recto 76"/>
          <p:cNvSpPr/>
          <p:nvPr/>
        </p:nvSpPr>
        <p:spPr>
          <a:xfrm>
            <a:off x="2571120" y="1207440"/>
            <a:ext cx="260460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Conector recto 77"/>
          <p:cNvSpPr/>
          <p:nvPr/>
        </p:nvSpPr>
        <p:spPr>
          <a:xfrm>
            <a:off x="2577960" y="1200240"/>
            <a:ext cx="259092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Conector recto 78"/>
          <p:cNvSpPr/>
          <p:nvPr/>
        </p:nvSpPr>
        <p:spPr>
          <a:xfrm>
            <a:off x="5165280" y="986400"/>
            <a:ext cx="0" cy="2174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Conector recto 79"/>
          <p:cNvSpPr/>
          <p:nvPr/>
        </p:nvSpPr>
        <p:spPr>
          <a:xfrm>
            <a:off x="2581920" y="1560240"/>
            <a:ext cx="131436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Conector recto 80"/>
          <p:cNvSpPr/>
          <p:nvPr/>
        </p:nvSpPr>
        <p:spPr>
          <a:xfrm>
            <a:off x="2584800" y="1560240"/>
            <a:ext cx="0" cy="25308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Conector recto 81"/>
          <p:cNvSpPr/>
          <p:nvPr/>
        </p:nvSpPr>
        <p:spPr>
          <a:xfrm>
            <a:off x="2592000" y="1567440"/>
            <a:ext cx="0" cy="23544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Conector recto 82"/>
          <p:cNvSpPr/>
          <p:nvPr/>
        </p:nvSpPr>
        <p:spPr>
          <a:xfrm>
            <a:off x="2588400" y="1567440"/>
            <a:ext cx="130104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Conector recto 83"/>
          <p:cNvSpPr/>
          <p:nvPr/>
        </p:nvSpPr>
        <p:spPr>
          <a:xfrm>
            <a:off x="3899880" y="1556640"/>
            <a:ext cx="0" cy="25992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Conector recto 84"/>
          <p:cNvSpPr/>
          <p:nvPr/>
        </p:nvSpPr>
        <p:spPr>
          <a:xfrm>
            <a:off x="2581920" y="1813320"/>
            <a:ext cx="132156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Conector recto 85"/>
          <p:cNvSpPr/>
          <p:nvPr/>
        </p:nvSpPr>
        <p:spPr>
          <a:xfrm>
            <a:off x="2588400" y="1806480"/>
            <a:ext cx="130752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Conector recto 86"/>
          <p:cNvSpPr/>
          <p:nvPr/>
        </p:nvSpPr>
        <p:spPr>
          <a:xfrm>
            <a:off x="3893040" y="1563840"/>
            <a:ext cx="0" cy="2462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Forma libre: forma 87"/>
          <p:cNvSpPr/>
          <p:nvPr/>
        </p:nvSpPr>
        <p:spPr>
          <a:xfrm>
            <a:off x="1300680" y="685440"/>
            <a:ext cx="3885120" cy="250200"/>
          </a:xfrm>
          <a:custGeom>
            <a:avLst/>
            <a:gdLst/>
            <a:ahLst/>
            <a:cxnLst/>
            <a:rect l="0" t="0" r="r" b="b"/>
            <a:pathLst>
              <a:path w="10792" h="695">
                <a:moveTo>
                  <a:pt x="0" y="0"/>
                </a:moveTo>
                <a:lnTo>
                  <a:pt x="0" y="695"/>
                </a:lnTo>
                <a:lnTo>
                  <a:pt x="10792" y="695"/>
                </a:lnTo>
                <a:lnTo>
                  <a:pt x="10792" y="0"/>
                </a:lnTo>
                <a:lnTo>
                  <a:pt x="0" y="0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CuadroTexto 88"/>
          <p:cNvSpPr txBox="1"/>
          <p:nvPr/>
        </p:nvSpPr>
        <p:spPr>
          <a:xfrm>
            <a:off x="5431320" y="1021680"/>
            <a:ext cx="2170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8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Año</a:t>
            </a:r>
            <a:endParaRPr lang="es-VE" sz="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Forma libre: forma 89"/>
          <p:cNvSpPr/>
          <p:nvPr/>
        </p:nvSpPr>
        <p:spPr>
          <a:xfrm>
            <a:off x="272520" y="1679760"/>
            <a:ext cx="914400" cy="73800"/>
          </a:xfrm>
          <a:custGeom>
            <a:avLst/>
            <a:gdLst/>
            <a:ahLst/>
            <a:cxnLst/>
            <a:rect l="0" t="0" r="r" b="b"/>
            <a:pathLst>
              <a:path w="2540" h="205">
                <a:moveTo>
                  <a:pt x="0" y="0"/>
                </a:moveTo>
                <a:lnTo>
                  <a:pt x="0" y="205"/>
                </a:lnTo>
                <a:lnTo>
                  <a:pt x="2540" y="205"/>
                </a:lnTo>
                <a:lnTo>
                  <a:pt x="2540" y="0"/>
                </a:lnTo>
                <a:lnTo>
                  <a:pt x="0" y="0"/>
                </a:lnTo>
                <a:close/>
              </a:path>
            </a:pathLst>
          </a:custGeom>
          <a:solidFill>
            <a:srgbClr val="C10000"/>
          </a:solidFill>
          <a:ln w="0">
            <a:noFill/>
          </a:ln>
        </p:spPr>
        <p:txBody>
          <a:bodyPr lIns="90000" tIns="28800" rIns="90000" bIns="28800" anchor="t">
            <a:noAutofit/>
          </a:bodyPr>
          <a:lstStyle/>
          <a:p>
            <a:endParaRPr lang="es-VE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Conector recto 90"/>
          <p:cNvSpPr/>
          <p:nvPr/>
        </p:nvSpPr>
        <p:spPr>
          <a:xfrm>
            <a:off x="271800" y="682920"/>
            <a:ext cx="91728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onector recto 91"/>
          <p:cNvSpPr/>
          <p:nvPr/>
        </p:nvSpPr>
        <p:spPr>
          <a:xfrm>
            <a:off x="275040" y="682920"/>
            <a:ext cx="0" cy="98388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onector recto 92"/>
          <p:cNvSpPr/>
          <p:nvPr/>
        </p:nvSpPr>
        <p:spPr>
          <a:xfrm>
            <a:off x="282240" y="689760"/>
            <a:ext cx="0" cy="96624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Conector recto 93"/>
          <p:cNvSpPr/>
          <p:nvPr/>
        </p:nvSpPr>
        <p:spPr>
          <a:xfrm>
            <a:off x="278640" y="689760"/>
            <a:ext cx="90360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Conector recto 94"/>
          <p:cNvSpPr/>
          <p:nvPr/>
        </p:nvSpPr>
        <p:spPr>
          <a:xfrm>
            <a:off x="1193040" y="679680"/>
            <a:ext cx="0" cy="99000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Conector recto 95"/>
          <p:cNvSpPr/>
          <p:nvPr/>
        </p:nvSpPr>
        <p:spPr>
          <a:xfrm>
            <a:off x="271800" y="1666440"/>
            <a:ext cx="92448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Conector recto 96"/>
          <p:cNvSpPr/>
          <p:nvPr/>
        </p:nvSpPr>
        <p:spPr>
          <a:xfrm>
            <a:off x="278640" y="1659600"/>
            <a:ext cx="91080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Conector recto 97"/>
          <p:cNvSpPr/>
          <p:nvPr/>
        </p:nvSpPr>
        <p:spPr>
          <a:xfrm>
            <a:off x="1185840" y="686160"/>
            <a:ext cx="0" cy="97668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Conector recto 98"/>
          <p:cNvSpPr/>
          <p:nvPr/>
        </p:nvSpPr>
        <p:spPr>
          <a:xfrm>
            <a:off x="2571120" y="1262520"/>
            <a:ext cx="259776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Conector recto 99"/>
          <p:cNvSpPr/>
          <p:nvPr/>
        </p:nvSpPr>
        <p:spPr>
          <a:xfrm>
            <a:off x="2574360" y="1262520"/>
            <a:ext cx="0" cy="22464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Conector recto 100"/>
          <p:cNvSpPr/>
          <p:nvPr/>
        </p:nvSpPr>
        <p:spPr>
          <a:xfrm>
            <a:off x="2581560" y="1269360"/>
            <a:ext cx="0" cy="20736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Conector recto 101"/>
          <p:cNvSpPr/>
          <p:nvPr/>
        </p:nvSpPr>
        <p:spPr>
          <a:xfrm>
            <a:off x="2577960" y="1269360"/>
            <a:ext cx="258408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Conector recto 102"/>
          <p:cNvSpPr/>
          <p:nvPr/>
        </p:nvSpPr>
        <p:spPr>
          <a:xfrm>
            <a:off x="5172480" y="1258920"/>
            <a:ext cx="0" cy="23148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Conector recto 103"/>
          <p:cNvSpPr/>
          <p:nvPr/>
        </p:nvSpPr>
        <p:spPr>
          <a:xfrm>
            <a:off x="2571120" y="1487160"/>
            <a:ext cx="260460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Conector recto 104"/>
          <p:cNvSpPr/>
          <p:nvPr/>
        </p:nvSpPr>
        <p:spPr>
          <a:xfrm>
            <a:off x="2577960" y="1479960"/>
            <a:ext cx="259092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Conector recto 105"/>
          <p:cNvSpPr/>
          <p:nvPr/>
        </p:nvSpPr>
        <p:spPr>
          <a:xfrm>
            <a:off x="5165280" y="1266120"/>
            <a:ext cx="0" cy="2174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Conector recto 106"/>
          <p:cNvSpPr/>
          <p:nvPr/>
        </p:nvSpPr>
        <p:spPr>
          <a:xfrm>
            <a:off x="1558440" y="2167920"/>
            <a:ext cx="164952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Conector recto 107"/>
          <p:cNvSpPr/>
          <p:nvPr/>
        </p:nvSpPr>
        <p:spPr>
          <a:xfrm>
            <a:off x="1561320" y="2167920"/>
            <a:ext cx="0" cy="25308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Conector recto 108"/>
          <p:cNvSpPr/>
          <p:nvPr/>
        </p:nvSpPr>
        <p:spPr>
          <a:xfrm>
            <a:off x="1568520" y="2175120"/>
            <a:ext cx="0" cy="23544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Conector recto 109"/>
          <p:cNvSpPr/>
          <p:nvPr/>
        </p:nvSpPr>
        <p:spPr>
          <a:xfrm>
            <a:off x="1564920" y="2175120"/>
            <a:ext cx="163584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Conector recto 110"/>
          <p:cNvSpPr/>
          <p:nvPr/>
        </p:nvSpPr>
        <p:spPr>
          <a:xfrm>
            <a:off x="3211200" y="2164680"/>
            <a:ext cx="0" cy="25992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Conector recto 111"/>
          <p:cNvSpPr/>
          <p:nvPr/>
        </p:nvSpPr>
        <p:spPr>
          <a:xfrm>
            <a:off x="1558440" y="2421000"/>
            <a:ext cx="165636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Conector recto 112"/>
          <p:cNvSpPr/>
          <p:nvPr/>
        </p:nvSpPr>
        <p:spPr>
          <a:xfrm>
            <a:off x="1564920" y="2414160"/>
            <a:ext cx="164304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Conector recto 113"/>
          <p:cNvSpPr/>
          <p:nvPr/>
        </p:nvSpPr>
        <p:spPr>
          <a:xfrm>
            <a:off x="3204360" y="2171520"/>
            <a:ext cx="0" cy="2462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Conector recto 114"/>
          <p:cNvSpPr/>
          <p:nvPr/>
        </p:nvSpPr>
        <p:spPr>
          <a:xfrm>
            <a:off x="1558080" y="1879200"/>
            <a:ext cx="231156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Conector recto 115"/>
          <p:cNvSpPr/>
          <p:nvPr/>
        </p:nvSpPr>
        <p:spPr>
          <a:xfrm>
            <a:off x="1560960" y="1879200"/>
            <a:ext cx="0" cy="22464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Conector recto 116"/>
          <p:cNvSpPr/>
          <p:nvPr/>
        </p:nvSpPr>
        <p:spPr>
          <a:xfrm>
            <a:off x="1568160" y="1886400"/>
            <a:ext cx="0" cy="20700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Conector recto 117"/>
          <p:cNvSpPr/>
          <p:nvPr/>
        </p:nvSpPr>
        <p:spPr>
          <a:xfrm>
            <a:off x="1564560" y="1886400"/>
            <a:ext cx="229788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Conector recto 118"/>
          <p:cNvSpPr/>
          <p:nvPr/>
        </p:nvSpPr>
        <p:spPr>
          <a:xfrm>
            <a:off x="3872880" y="1875960"/>
            <a:ext cx="0" cy="23148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Conector recto 119"/>
          <p:cNvSpPr/>
          <p:nvPr/>
        </p:nvSpPr>
        <p:spPr>
          <a:xfrm>
            <a:off x="1558080" y="2103840"/>
            <a:ext cx="231840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Conector recto 120"/>
          <p:cNvSpPr/>
          <p:nvPr/>
        </p:nvSpPr>
        <p:spPr>
          <a:xfrm>
            <a:off x="1564560" y="2097000"/>
            <a:ext cx="230472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Conector recto 121"/>
          <p:cNvSpPr/>
          <p:nvPr/>
        </p:nvSpPr>
        <p:spPr>
          <a:xfrm>
            <a:off x="3866040" y="1882800"/>
            <a:ext cx="0" cy="2174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Conector recto 122"/>
          <p:cNvSpPr/>
          <p:nvPr/>
        </p:nvSpPr>
        <p:spPr>
          <a:xfrm>
            <a:off x="4372920" y="1559880"/>
            <a:ext cx="78768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Conector recto 123"/>
          <p:cNvSpPr/>
          <p:nvPr/>
        </p:nvSpPr>
        <p:spPr>
          <a:xfrm>
            <a:off x="4375800" y="1559880"/>
            <a:ext cx="0" cy="22464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Conector recto 124"/>
          <p:cNvSpPr/>
          <p:nvPr/>
        </p:nvSpPr>
        <p:spPr>
          <a:xfrm>
            <a:off x="4383000" y="1566720"/>
            <a:ext cx="0" cy="20736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Conector recto 125"/>
          <p:cNvSpPr/>
          <p:nvPr/>
        </p:nvSpPr>
        <p:spPr>
          <a:xfrm>
            <a:off x="4379400" y="1566720"/>
            <a:ext cx="77364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Conector recto 126"/>
          <p:cNvSpPr/>
          <p:nvPr/>
        </p:nvSpPr>
        <p:spPr>
          <a:xfrm>
            <a:off x="5163840" y="1556280"/>
            <a:ext cx="0" cy="23148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Conector recto 127"/>
          <p:cNvSpPr/>
          <p:nvPr/>
        </p:nvSpPr>
        <p:spPr>
          <a:xfrm>
            <a:off x="4372920" y="1784520"/>
            <a:ext cx="79452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Conector recto 128"/>
          <p:cNvSpPr/>
          <p:nvPr/>
        </p:nvSpPr>
        <p:spPr>
          <a:xfrm>
            <a:off x="4379400" y="1777680"/>
            <a:ext cx="78084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Conector recto 129"/>
          <p:cNvSpPr/>
          <p:nvPr/>
        </p:nvSpPr>
        <p:spPr>
          <a:xfrm>
            <a:off x="5156640" y="1563480"/>
            <a:ext cx="0" cy="2174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Conector recto 130"/>
          <p:cNvSpPr/>
          <p:nvPr/>
        </p:nvSpPr>
        <p:spPr>
          <a:xfrm>
            <a:off x="4372920" y="1879200"/>
            <a:ext cx="78768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Conector recto 131"/>
          <p:cNvSpPr/>
          <p:nvPr/>
        </p:nvSpPr>
        <p:spPr>
          <a:xfrm>
            <a:off x="4375800" y="1879200"/>
            <a:ext cx="0" cy="22464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Conector recto 132"/>
          <p:cNvSpPr/>
          <p:nvPr/>
        </p:nvSpPr>
        <p:spPr>
          <a:xfrm>
            <a:off x="4383000" y="1886400"/>
            <a:ext cx="0" cy="20700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Conector recto 133"/>
          <p:cNvSpPr/>
          <p:nvPr/>
        </p:nvSpPr>
        <p:spPr>
          <a:xfrm>
            <a:off x="4379400" y="1886400"/>
            <a:ext cx="77364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Conector recto 134"/>
          <p:cNvSpPr/>
          <p:nvPr/>
        </p:nvSpPr>
        <p:spPr>
          <a:xfrm>
            <a:off x="5163840" y="1875960"/>
            <a:ext cx="0" cy="23148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Conector recto 135"/>
          <p:cNvSpPr/>
          <p:nvPr/>
        </p:nvSpPr>
        <p:spPr>
          <a:xfrm>
            <a:off x="4372920" y="2103840"/>
            <a:ext cx="79452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Conector recto 136"/>
          <p:cNvSpPr/>
          <p:nvPr/>
        </p:nvSpPr>
        <p:spPr>
          <a:xfrm>
            <a:off x="4379400" y="2097000"/>
            <a:ext cx="78084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Conector recto 137"/>
          <p:cNvSpPr/>
          <p:nvPr/>
        </p:nvSpPr>
        <p:spPr>
          <a:xfrm>
            <a:off x="5156640" y="1882800"/>
            <a:ext cx="0" cy="2174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Conector recto 138"/>
          <p:cNvSpPr/>
          <p:nvPr/>
        </p:nvSpPr>
        <p:spPr>
          <a:xfrm>
            <a:off x="4372920" y="2167560"/>
            <a:ext cx="77724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Conector recto 139"/>
          <p:cNvSpPr/>
          <p:nvPr/>
        </p:nvSpPr>
        <p:spPr>
          <a:xfrm>
            <a:off x="4375800" y="2167560"/>
            <a:ext cx="0" cy="22464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Conector recto 140"/>
          <p:cNvSpPr/>
          <p:nvPr/>
        </p:nvSpPr>
        <p:spPr>
          <a:xfrm>
            <a:off x="4383000" y="2174760"/>
            <a:ext cx="0" cy="20736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Conector recto 141"/>
          <p:cNvSpPr/>
          <p:nvPr/>
        </p:nvSpPr>
        <p:spPr>
          <a:xfrm>
            <a:off x="4379400" y="2174760"/>
            <a:ext cx="76356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Conector recto 142"/>
          <p:cNvSpPr/>
          <p:nvPr/>
        </p:nvSpPr>
        <p:spPr>
          <a:xfrm>
            <a:off x="5153760" y="2164320"/>
            <a:ext cx="0" cy="23112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Conector recto 143"/>
          <p:cNvSpPr/>
          <p:nvPr/>
        </p:nvSpPr>
        <p:spPr>
          <a:xfrm>
            <a:off x="4372920" y="2392200"/>
            <a:ext cx="78408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Conector recto 144"/>
          <p:cNvSpPr/>
          <p:nvPr/>
        </p:nvSpPr>
        <p:spPr>
          <a:xfrm>
            <a:off x="4379400" y="2385360"/>
            <a:ext cx="77076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Conector recto 145"/>
          <p:cNvSpPr/>
          <p:nvPr/>
        </p:nvSpPr>
        <p:spPr>
          <a:xfrm>
            <a:off x="5146560" y="2171160"/>
            <a:ext cx="0" cy="21780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Conector recto 146"/>
          <p:cNvSpPr/>
          <p:nvPr/>
        </p:nvSpPr>
        <p:spPr>
          <a:xfrm>
            <a:off x="1558080" y="2470320"/>
            <a:ext cx="360216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Conector recto 147"/>
          <p:cNvSpPr/>
          <p:nvPr/>
        </p:nvSpPr>
        <p:spPr>
          <a:xfrm>
            <a:off x="1560960" y="2470320"/>
            <a:ext cx="0" cy="53460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Conector recto 148"/>
          <p:cNvSpPr/>
          <p:nvPr/>
        </p:nvSpPr>
        <p:spPr>
          <a:xfrm>
            <a:off x="1568160" y="2477160"/>
            <a:ext cx="0" cy="51732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Conector recto 149"/>
          <p:cNvSpPr/>
          <p:nvPr/>
        </p:nvSpPr>
        <p:spPr>
          <a:xfrm>
            <a:off x="1564560" y="2477160"/>
            <a:ext cx="358884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Conector recto 150"/>
          <p:cNvSpPr/>
          <p:nvPr/>
        </p:nvSpPr>
        <p:spPr>
          <a:xfrm>
            <a:off x="5163840" y="2467080"/>
            <a:ext cx="0" cy="54144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Conector recto 151"/>
          <p:cNvSpPr/>
          <p:nvPr/>
        </p:nvSpPr>
        <p:spPr>
          <a:xfrm>
            <a:off x="1558080" y="3004920"/>
            <a:ext cx="360936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Conector recto 152"/>
          <p:cNvSpPr/>
          <p:nvPr/>
        </p:nvSpPr>
        <p:spPr>
          <a:xfrm>
            <a:off x="1564560" y="2998080"/>
            <a:ext cx="359568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Conector recto 153"/>
          <p:cNvSpPr/>
          <p:nvPr/>
        </p:nvSpPr>
        <p:spPr>
          <a:xfrm>
            <a:off x="5156640" y="2473560"/>
            <a:ext cx="0" cy="52812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Conector recto 154"/>
          <p:cNvSpPr/>
          <p:nvPr/>
        </p:nvSpPr>
        <p:spPr>
          <a:xfrm>
            <a:off x="1558080" y="3057120"/>
            <a:ext cx="360216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Conector recto 157"/>
          <p:cNvSpPr/>
          <p:nvPr/>
        </p:nvSpPr>
        <p:spPr>
          <a:xfrm>
            <a:off x="1564560" y="3064320"/>
            <a:ext cx="358884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Conector recto 158"/>
          <p:cNvSpPr/>
          <p:nvPr/>
        </p:nvSpPr>
        <p:spPr>
          <a:xfrm>
            <a:off x="5163840" y="3053520"/>
            <a:ext cx="0" cy="23148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Conector recto 159"/>
          <p:cNvSpPr/>
          <p:nvPr/>
        </p:nvSpPr>
        <p:spPr>
          <a:xfrm>
            <a:off x="1558080" y="3281760"/>
            <a:ext cx="360936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Conector recto 160"/>
          <p:cNvSpPr/>
          <p:nvPr/>
        </p:nvSpPr>
        <p:spPr>
          <a:xfrm>
            <a:off x="1564560" y="3274560"/>
            <a:ext cx="359568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Conector recto 161"/>
          <p:cNvSpPr/>
          <p:nvPr/>
        </p:nvSpPr>
        <p:spPr>
          <a:xfrm>
            <a:off x="5156640" y="3060720"/>
            <a:ext cx="0" cy="2174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2697480" y="740880"/>
            <a:ext cx="1066320" cy="15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1000" b="1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I. Datos Básicos</a:t>
            </a:r>
            <a:endParaRPr lang="es-VE" sz="1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4016160" y="1602720"/>
            <a:ext cx="29232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Edad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3961080" y="1912320"/>
            <a:ext cx="34704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Grupo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Conector recto 165"/>
          <p:cNvSpPr/>
          <p:nvPr/>
        </p:nvSpPr>
        <p:spPr>
          <a:xfrm>
            <a:off x="1558080" y="3320640"/>
            <a:ext cx="3602160" cy="0"/>
          </a:xfrm>
          <a:prstGeom prst="line">
            <a:avLst/>
          </a:prstGeom>
          <a:ln w="6120">
            <a:solidFill>
              <a:srgbClr val="80808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Conector recto 168"/>
          <p:cNvSpPr/>
          <p:nvPr/>
        </p:nvSpPr>
        <p:spPr>
          <a:xfrm>
            <a:off x="1564560" y="3327480"/>
            <a:ext cx="3588840" cy="0"/>
          </a:xfrm>
          <a:prstGeom prst="line">
            <a:avLst/>
          </a:prstGeom>
          <a:ln w="612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Conector recto 169"/>
          <p:cNvSpPr/>
          <p:nvPr/>
        </p:nvSpPr>
        <p:spPr>
          <a:xfrm>
            <a:off x="5163840" y="3317040"/>
            <a:ext cx="0" cy="23148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Conector recto 170"/>
          <p:cNvSpPr/>
          <p:nvPr/>
        </p:nvSpPr>
        <p:spPr>
          <a:xfrm>
            <a:off x="1558080" y="3544920"/>
            <a:ext cx="3609360" cy="0"/>
          </a:xfrm>
          <a:prstGeom prst="line">
            <a:avLst/>
          </a:prstGeom>
          <a:ln w="6120">
            <a:solidFill>
              <a:srgbClr val="D4D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Conector recto 171"/>
          <p:cNvSpPr/>
          <p:nvPr/>
        </p:nvSpPr>
        <p:spPr>
          <a:xfrm>
            <a:off x="1564560" y="3538440"/>
            <a:ext cx="3595680" cy="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-2880" rIns="2880" bIns="-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Conector recto 172"/>
          <p:cNvSpPr/>
          <p:nvPr/>
        </p:nvSpPr>
        <p:spPr>
          <a:xfrm>
            <a:off x="5156640" y="3323880"/>
            <a:ext cx="0" cy="217440"/>
          </a:xfrm>
          <a:prstGeom prst="line">
            <a:avLst/>
          </a:prstGeom>
          <a:ln w="6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80" tIns="2880" rIns="2880" bIns="2880" anchor="t">
            <a:noAutofit/>
          </a:bodyPr>
          <a:lstStyle/>
          <a:p>
            <a:endParaRPr lang="es-VE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3372120" y="2214000"/>
            <a:ext cx="93600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Años de Servicio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1320120" y="1020240"/>
            <a:ext cx="117864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Nombres  y Apellidos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1320120" y="1291680"/>
            <a:ext cx="111636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Cédula de Identidad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1320120" y="1602720"/>
            <a:ext cx="117864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Fecha de Nacimiento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261720" y="2214000"/>
            <a:ext cx="97776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Fecha de Empleo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261720" y="1912320"/>
            <a:ext cx="65880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Estado Civil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250920" y="2484000"/>
            <a:ext cx="124776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Formación Profesional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245880" y="3085920"/>
            <a:ext cx="853200" cy="14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Posición Actual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245880" y="3336120"/>
            <a:ext cx="776520" cy="14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es-VE" sz="9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Otros Idiomas</a:t>
            </a:r>
            <a:endParaRPr lang="es-VE" sz="9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79</Words>
  <Application>Microsoft Office PowerPoint</Application>
  <PresentationFormat>Personalizado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Futura Md BT</vt:lpstr>
      <vt:lpstr>Symbol</vt:lpstr>
      <vt:lpstr>Times New Roman</vt:lpstr>
      <vt:lpstr>Wingdings</vt:lpstr>
      <vt:lpstr>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Luis Alfredo Velásquez Alcázar</cp:lastModifiedBy>
  <cp:revision>4</cp:revision>
  <cp:lastPrinted>2026-04-20T02:32:28Z</cp:lastPrinted>
  <dcterms:created xsi:type="dcterms:W3CDTF">2026-02-24T14:15:11Z</dcterms:created>
  <dcterms:modified xsi:type="dcterms:W3CDTF">2026-04-20T02:33:11Z</dcterms:modified>
  <dc:language>es-VE</dc:language>
</cp:coreProperties>
</file>